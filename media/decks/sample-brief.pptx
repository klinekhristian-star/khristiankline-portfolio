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p>
            <a:r>
              <a:rPr lang="en-US" sz="4400"/>
              <a:t>KHRISTIAN KLINE</a:t>
            </a:r>
          </a:p>
          <a:p>
            <a:r>
              <a:rPr lang="en-US" sz="2000"/>
              <a:t>A sample PowerPoint deck</a:t>
            </a:r>
          </a:p>
          <a:p>
            <a:r>
              <a:rPr lang="en-US" sz="2000"/>
              <a:t>Drop your own .pptx here, or replace this file.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p>
            <a:r>
              <a:rPr lang="en-US" sz="4400"/>
              <a:t>What this viewer does</a:t>
            </a:r>
          </a:p>
          <a:p>
            <a:r>
              <a:rPr lang="en-US" sz="2000"/>
              <a:t>Renders each slide from the PPTX package.</a:t>
            </a:r>
          </a:p>
          <a:p>
            <a:r>
              <a:rPr lang="en-US" sz="2000"/>
              <a:t>Works offline in the browser — no Office required.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p>
            <a:r>
              <a:rPr lang="en-US" sz="4400"/>
              <a:t>Swap this file</a:t>
            </a:r>
          </a:p>
          <a:p>
            <a:r>
              <a:rPr lang="en-US" sz="2000"/>
              <a:t>media/decks/sample-brief.pptx</a:t>
            </a:r>
          </a:p>
          <a:p>
            <a:r>
              <a:rPr lang="en-US" sz="2000"/>
              <a:t>Then refresh the site.</a:t>
            </a:r>
          </a:p>
        </p:txBody>
      </p:sp>
    </p:spTree>
  </p:cSld>
</p:sld>
</file>