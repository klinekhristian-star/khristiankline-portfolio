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  <p:sldId id="257" r:id="rId3"/>
    <p:sldId id="258" r:id="rId4"/>
    <p:sldId id="259" r:id="rId5"/>
    <p:sldId id="260" r:id="rId6"/>
  </p:sldIdLst>
  <p:sldSz cx="12192000" cy="6858000"/>
</p:presentation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rPr lang="en-US" sz="3600"/>
              <a:t>KHRISTIAN KLINE</a:t>
            </a:r>
          </a:p>
        </p:txBody>
      </p:sp>
      <p:sp>
        <p:nvSpPr>
          <p:cNvPr id="4" name="Body"/>
          <p:cNvSpPr/>
          <p:nvPr>
            <p:ph type="body"/>
          </p:nvPr>
        </p:nvSpPr>
        <p:spPr/>
        <p:txBody>
          <a:bodyPr/>
          <a:p>
            <a:r>
              <a:rPr lang="en-US" sz="1800"/>
              <a:t>A sample PowerPoint brief</a:t>
            </a:r>
          </a:p>
          <a:p>
            <a:r>
              <a:rPr lang="en-US" sz="1800"/>
              <a:t>Replace this file with a real deck.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rPr lang="en-US" sz="3600"/>
              <a:t>What this theater does</a:t>
            </a:r>
          </a:p>
        </p:txBody>
      </p:sp>
      <p:sp>
        <p:nvSpPr>
          <p:cNvPr id="4" name="Body"/>
          <p:cNvSpPr/>
          <p:nvPr>
            <p:ph type="body"/>
          </p:nvPr>
        </p:nvSpPr>
        <p:spPr/>
        <p:txBody>
          <a:bodyPr/>
          <a:p>
            <a:r>
              <a:rPr lang="en-US" sz="1800"/>
              <a:t>Opens hosted PDF and PPTX as a slideshow</a:t>
            </a:r>
          </a:p>
          <a:p>
            <a:r>
              <a:rPr lang="en-US" sz="1800"/>
              <a:t>Arrow keys, dots, swipe, and fullscreen</a:t>
            </a:r>
          </a:p>
          <a:p>
            <a:r>
              <a:rPr lang="en-US" sz="1800"/>
              <a:t>Nothing you drop is uploaded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0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rPr lang="en-US" sz="3600"/>
              <a:t>For pixel-perfect slides</a:t>
            </a:r>
          </a:p>
        </p:txBody>
      </p:sp>
      <p:sp>
        <p:nvSpPr>
          <p:cNvPr id="4" name="Body"/>
          <p:cNvSpPr/>
          <p:nvPr>
            <p:ph type="body"/>
          </p:nvPr>
        </p:nvSpPr>
        <p:spPr/>
        <p:txBody>
          <a:bodyPr/>
          <a:p>
            <a:r>
              <a:rPr lang="en-US" sz="1800"/>
              <a:t>Export PowerPoint as PDF</a:t>
            </a:r>
          </a:p>
          <a:p>
            <a:r>
              <a:rPr lang="en-US" sz="1800"/>
              <a:t>Drop the PDF, or place it in /media/decks</a:t>
            </a:r>
          </a:p>
          <a:p>
            <a:r>
              <a:rPr lang="en-US" sz="1800"/>
              <a:t>The theater renders every page as a slide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rPr lang="en-US" sz="3600"/>
              <a:t>Hosting an MP4</a:t>
            </a:r>
          </a:p>
        </p:txBody>
      </p:sp>
      <p:sp>
        <p:nvSpPr>
          <p:cNvPr id="4" name="Body"/>
          <p:cNvSpPr/>
          <p:nvPr>
            <p:ph type="body"/>
          </p:nvPr>
        </p:nvSpPr>
        <p:spPr/>
        <p:txBody>
          <a:bodyPr/>
          <a:p>
            <a:r>
              <a:rPr lang="en-US" sz="1800"/>
              <a:t>Put the file in /media/videos</a:t>
            </a:r>
          </a:p>
          <a:p>
            <a:r>
              <a:rPr lang="en-US" sz="1800"/>
              <a:t>Add a card in the Screen catalog</a:t>
            </a:r>
          </a:p>
          <a:p>
            <a:r>
              <a:rPr lang="en-US" sz="1800"/>
              <a:t>Viewers play it in the same theater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rPr lang="en-US" sz="3600"/>
              <a:t>Ready when you are</a:t>
            </a:r>
          </a:p>
        </p:txBody>
      </p:sp>
      <p:sp>
        <p:nvSpPr>
          <p:cNvPr id="4" name="Body"/>
          <p:cNvSpPr/>
          <p:nvPr>
            <p:ph type="body"/>
          </p:nvPr>
        </p:nvSpPr>
        <p:spPr/>
        <p:txBody>
          <a:bodyPr/>
          <a:p>
            <a:r>
              <a:rPr lang="en-US" sz="1800"/>
              <a:t>Send the real briefs and film</a:t>
            </a:r>
          </a:p>
          <a:p>
            <a:r>
              <a:rPr lang="en-US" sz="1800"/>
              <a:t>They replace these samples on the live site</a:t>
            </a:r>
          </a:p>
        </p:txBody>
      </p:sp>
    </p:spTree>
  </p:cSld>
</p:sld>
</file>